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notesMasterIdLst>
    <p:notesMasterId r:id="rId3"/>
  </p:notesMasterIdLst>
  <p:sldIdLst>
    <p:sldId id="256" r:id="rId2"/>
  </p:sldIdLst>
  <p:sldSz cx="16256000" cy="9144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FC1E23A-7654-4CC5-98FB-6A0E93784C40}" v="100" dt="2025-11-16T17:21:15.20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>
        <p:scale>
          <a:sx n="40" d="100"/>
          <a:sy n="40" d="100"/>
        </p:scale>
        <p:origin x="1108" y="1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microsoft.com/office/2016/11/relationships/changesInfo" Target="changesInfos/changesInfo1.xml"/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Relationship Id="rId9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Venkateshwaran Gopalakrishnan" userId="913cfaaf8f122018" providerId="LiveId" clId="{3597769E-69FE-4516-975F-C1D2885A47DF}"/>
    <pc:docChg chg="custSel modSld modMainMaster">
      <pc:chgData name="Venkateshwaran Gopalakrishnan" userId="913cfaaf8f122018" providerId="LiveId" clId="{3597769E-69FE-4516-975F-C1D2885A47DF}" dt="2025-11-16T17:21:25.524" v="164" actId="1076"/>
      <pc:docMkLst>
        <pc:docMk/>
      </pc:docMkLst>
      <pc:sldChg chg="addSp delSp modSp mod">
        <pc:chgData name="Venkateshwaran Gopalakrishnan" userId="913cfaaf8f122018" providerId="LiveId" clId="{3597769E-69FE-4516-975F-C1D2885A47DF}" dt="2025-11-16T17:21:25.524" v="164" actId="1076"/>
        <pc:sldMkLst>
          <pc:docMk/>
          <pc:sldMk cId="1453836191" sldId="256"/>
        </pc:sldMkLst>
        <pc:spChg chg="del mod">
          <ac:chgData name="Venkateshwaran Gopalakrishnan" userId="913cfaaf8f122018" providerId="LiveId" clId="{3597769E-69FE-4516-975F-C1D2885A47DF}" dt="2025-11-16T16:40:28.515" v="8" actId="478"/>
          <ac:spMkLst>
            <pc:docMk/>
            <pc:sldMk cId="1453836191" sldId="256"/>
            <ac:spMk id="4" creationId="{5C434D21-A8D9-C443-1121-F10C1F4B6EA7}"/>
          </ac:spMkLst>
        </pc:spChg>
        <pc:spChg chg="add mod">
          <ac:chgData name="Venkateshwaran Gopalakrishnan" userId="913cfaaf8f122018" providerId="LiveId" clId="{3597769E-69FE-4516-975F-C1D2885A47DF}" dt="2025-11-16T17:12:46.103" v="140" actId="207"/>
          <ac:spMkLst>
            <pc:docMk/>
            <pc:sldMk cId="1453836191" sldId="256"/>
            <ac:spMk id="10" creationId="{2CE61472-851F-178A-8B78-043B3C5B7855}"/>
          </ac:spMkLst>
        </pc:spChg>
        <pc:graphicFrameChg chg="add mod">
          <ac:chgData name="Venkateshwaran Gopalakrishnan" userId="913cfaaf8f122018" providerId="LiveId" clId="{3597769E-69FE-4516-975F-C1D2885A47DF}" dt="2025-11-16T17:07:29.972" v="25"/>
          <ac:graphicFrameMkLst>
            <pc:docMk/>
            <pc:sldMk cId="1453836191" sldId="256"/>
            <ac:graphicFrameMk id="7" creationId="{78C8ADB9-37C7-6731-AEBC-586E58AF62C9}"/>
          </ac:graphicFrameMkLst>
        </pc:graphicFrameChg>
        <pc:graphicFrameChg chg="add del mod">
          <ac:chgData name="Venkateshwaran Gopalakrishnan" userId="913cfaaf8f122018" providerId="LiveId" clId="{3597769E-69FE-4516-975F-C1D2885A47DF}" dt="2025-11-16T17:09:45.015" v="129" actId="478"/>
          <ac:graphicFrameMkLst>
            <pc:docMk/>
            <pc:sldMk cId="1453836191" sldId="256"/>
            <ac:graphicFrameMk id="8" creationId="{78C8ADB9-37C7-6731-AEBC-586E58AF62C9}"/>
          </ac:graphicFrameMkLst>
        </pc:graphicFrameChg>
        <pc:picChg chg="mod">
          <ac:chgData name="Venkateshwaran Gopalakrishnan" userId="913cfaaf8f122018" providerId="LiveId" clId="{3597769E-69FE-4516-975F-C1D2885A47DF}" dt="2025-11-16T17:08:58.506" v="119" actId="14100"/>
          <ac:picMkLst>
            <pc:docMk/>
            <pc:sldMk cId="1453836191" sldId="256"/>
            <ac:picMk id="5" creationId="{823DD26E-7218-9E6F-FD79-9FCB03C02E66}"/>
          </ac:picMkLst>
        </pc:picChg>
        <pc:picChg chg="del mod">
          <ac:chgData name="Venkateshwaran Gopalakrishnan" userId="913cfaaf8f122018" providerId="LiveId" clId="{3597769E-69FE-4516-975F-C1D2885A47DF}" dt="2025-11-16T17:16:55.785" v="141" actId="478"/>
          <ac:picMkLst>
            <pc:docMk/>
            <pc:sldMk cId="1453836191" sldId="256"/>
            <ac:picMk id="6" creationId="{BDA02009-A450-BC0A-B90C-3C543EBD0294}"/>
          </ac:picMkLst>
        </pc:picChg>
        <pc:picChg chg="mod">
          <ac:chgData name="Venkateshwaran Gopalakrishnan" userId="913cfaaf8f122018" providerId="LiveId" clId="{3597769E-69FE-4516-975F-C1D2885A47DF}" dt="2025-11-16T17:11:07.117" v="134" actId="14100"/>
          <ac:picMkLst>
            <pc:docMk/>
            <pc:sldMk cId="1453836191" sldId="256"/>
            <ac:picMk id="9" creationId="{1DC51E54-C971-6877-1512-28B6E0F16DC8}"/>
          </ac:picMkLst>
        </pc:picChg>
        <pc:picChg chg="del mod">
          <ac:chgData name="Venkateshwaran Gopalakrishnan" userId="913cfaaf8f122018" providerId="LiveId" clId="{3597769E-69FE-4516-975F-C1D2885A47DF}" dt="2025-11-16T17:18:04.286" v="146" actId="478"/>
          <ac:picMkLst>
            <pc:docMk/>
            <pc:sldMk cId="1453836191" sldId="256"/>
            <ac:picMk id="11" creationId="{4A54805D-AE25-0BBC-3196-F6BBF5A9A633}"/>
          </ac:picMkLst>
        </pc:picChg>
        <pc:picChg chg="del mod">
          <ac:chgData name="Venkateshwaran Gopalakrishnan" userId="913cfaaf8f122018" providerId="LiveId" clId="{3597769E-69FE-4516-975F-C1D2885A47DF}" dt="2025-11-16T17:18:29.268" v="150" actId="478"/>
          <ac:picMkLst>
            <pc:docMk/>
            <pc:sldMk cId="1453836191" sldId="256"/>
            <ac:picMk id="12" creationId="{471A0444-7606-9348-765A-E4216859BB09}"/>
          </ac:picMkLst>
        </pc:picChg>
        <pc:picChg chg="mod">
          <ac:chgData name="Venkateshwaran Gopalakrishnan" userId="913cfaaf8f122018" providerId="LiveId" clId="{3597769E-69FE-4516-975F-C1D2885A47DF}" dt="2025-11-16T17:19:12.461" v="153" actId="14100"/>
          <ac:picMkLst>
            <pc:docMk/>
            <pc:sldMk cId="1453836191" sldId="256"/>
            <ac:picMk id="13" creationId="{16A5550E-8EDD-E019-0C48-6CF2E7698CA7}"/>
          </ac:picMkLst>
        </pc:picChg>
        <pc:picChg chg="del mod">
          <ac:chgData name="Venkateshwaran Gopalakrishnan" userId="913cfaaf8f122018" providerId="LiveId" clId="{3597769E-69FE-4516-975F-C1D2885A47DF}" dt="2025-11-16T17:20:57.941" v="159" actId="478"/>
          <ac:picMkLst>
            <pc:docMk/>
            <pc:sldMk cId="1453836191" sldId="256"/>
            <ac:picMk id="14" creationId="{216390FD-741B-3CA9-55E1-A3895EFA1865}"/>
          </ac:picMkLst>
        </pc:picChg>
        <pc:picChg chg="mod">
          <ac:chgData name="Venkateshwaran Gopalakrishnan" userId="913cfaaf8f122018" providerId="LiveId" clId="{3597769E-69FE-4516-975F-C1D2885A47DF}" dt="2025-11-16T17:21:25.524" v="164" actId="1076"/>
          <ac:picMkLst>
            <pc:docMk/>
            <pc:sldMk cId="1453836191" sldId="256"/>
            <ac:picMk id="15" creationId="{37858D75-F582-61D7-0F5B-09DFCE5D55F3}"/>
          </ac:picMkLst>
        </pc:picChg>
      </pc:sldChg>
      <pc:sldMasterChg chg="modSp modSldLayout">
        <pc:chgData name="Venkateshwaran Gopalakrishnan" userId="913cfaaf8f122018" providerId="LiveId" clId="{3597769E-69FE-4516-975F-C1D2885A47DF}" dt="2025-11-16T16:39:57.043" v="1"/>
        <pc:sldMasterMkLst>
          <pc:docMk/>
          <pc:sldMasterMk cId="852457060" sldId="2147483672"/>
        </pc:sldMasterMkLst>
        <pc:spChg chg="mod">
          <ac:chgData name="Venkateshwaran Gopalakrishnan" userId="913cfaaf8f122018" providerId="LiveId" clId="{3597769E-69FE-4516-975F-C1D2885A47DF}" dt="2025-11-16T16:39:57.043" v="1"/>
          <ac:spMkLst>
            <pc:docMk/>
            <pc:sldMasterMk cId="852457060" sldId="2147483672"/>
            <ac:spMk id="2" creationId="{00000000-0000-0000-0000-000000000000}"/>
          </ac:spMkLst>
        </pc:spChg>
        <pc:spChg chg="mod">
          <ac:chgData name="Venkateshwaran Gopalakrishnan" userId="913cfaaf8f122018" providerId="LiveId" clId="{3597769E-69FE-4516-975F-C1D2885A47DF}" dt="2025-11-16T16:39:57.043" v="1"/>
          <ac:spMkLst>
            <pc:docMk/>
            <pc:sldMasterMk cId="852457060" sldId="2147483672"/>
            <ac:spMk id="3" creationId="{00000000-0000-0000-0000-000000000000}"/>
          </ac:spMkLst>
        </pc:spChg>
        <pc:spChg chg="mod">
          <ac:chgData name="Venkateshwaran Gopalakrishnan" userId="913cfaaf8f122018" providerId="LiveId" clId="{3597769E-69FE-4516-975F-C1D2885A47DF}" dt="2025-11-16T16:39:57.043" v="1"/>
          <ac:spMkLst>
            <pc:docMk/>
            <pc:sldMasterMk cId="852457060" sldId="2147483672"/>
            <ac:spMk id="4" creationId="{00000000-0000-0000-0000-000000000000}"/>
          </ac:spMkLst>
        </pc:spChg>
        <pc:spChg chg="mod">
          <ac:chgData name="Venkateshwaran Gopalakrishnan" userId="913cfaaf8f122018" providerId="LiveId" clId="{3597769E-69FE-4516-975F-C1D2885A47DF}" dt="2025-11-16T16:39:57.043" v="1"/>
          <ac:spMkLst>
            <pc:docMk/>
            <pc:sldMasterMk cId="852457060" sldId="2147483672"/>
            <ac:spMk id="5" creationId="{00000000-0000-0000-0000-000000000000}"/>
          </ac:spMkLst>
        </pc:spChg>
        <pc:spChg chg="mod">
          <ac:chgData name="Venkateshwaran Gopalakrishnan" userId="913cfaaf8f122018" providerId="LiveId" clId="{3597769E-69FE-4516-975F-C1D2885A47DF}" dt="2025-11-16T16:39:57.043" v="1"/>
          <ac:spMkLst>
            <pc:docMk/>
            <pc:sldMasterMk cId="852457060" sldId="2147483672"/>
            <ac:spMk id="6" creationId="{00000000-0000-0000-0000-000000000000}"/>
          </ac:spMkLst>
        </pc:spChg>
        <pc:sldLayoutChg chg="modSp">
          <pc:chgData name="Venkateshwaran Gopalakrishnan" userId="913cfaaf8f122018" providerId="LiveId" clId="{3597769E-69FE-4516-975F-C1D2885A47DF}" dt="2025-11-16T16:39:57.043" v="1"/>
          <pc:sldLayoutMkLst>
            <pc:docMk/>
            <pc:sldMasterMk cId="852457060" sldId="2147483672"/>
            <pc:sldLayoutMk cId="423507691" sldId="2147483673"/>
          </pc:sldLayoutMkLst>
          <pc:spChg chg="mod">
            <ac:chgData name="Venkateshwaran Gopalakrishnan" userId="913cfaaf8f122018" providerId="LiveId" clId="{3597769E-69FE-4516-975F-C1D2885A47DF}" dt="2025-11-16T16:39:57.043" v="1"/>
            <ac:spMkLst>
              <pc:docMk/>
              <pc:sldMasterMk cId="852457060" sldId="2147483672"/>
              <pc:sldLayoutMk cId="423507691" sldId="2147483673"/>
              <ac:spMk id="2" creationId="{00000000-0000-0000-0000-000000000000}"/>
            </ac:spMkLst>
          </pc:spChg>
          <pc:spChg chg="mod">
            <ac:chgData name="Venkateshwaran Gopalakrishnan" userId="913cfaaf8f122018" providerId="LiveId" clId="{3597769E-69FE-4516-975F-C1D2885A47DF}" dt="2025-11-16T16:39:57.043" v="1"/>
            <ac:spMkLst>
              <pc:docMk/>
              <pc:sldMasterMk cId="852457060" sldId="2147483672"/>
              <pc:sldLayoutMk cId="423507691" sldId="2147483673"/>
              <ac:spMk id="3" creationId="{00000000-0000-0000-0000-000000000000}"/>
            </ac:spMkLst>
          </pc:spChg>
        </pc:sldLayoutChg>
        <pc:sldLayoutChg chg="modSp">
          <pc:chgData name="Venkateshwaran Gopalakrishnan" userId="913cfaaf8f122018" providerId="LiveId" clId="{3597769E-69FE-4516-975F-C1D2885A47DF}" dt="2025-11-16T16:39:57.043" v="1"/>
          <pc:sldLayoutMkLst>
            <pc:docMk/>
            <pc:sldMasterMk cId="852457060" sldId="2147483672"/>
            <pc:sldLayoutMk cId="2259858730" sldId="2147483675"/>
          </pc:sldLayoutMkLst>
          <pc:spChg chg="mod">
            <ac:chgData name="Venkateshwaran Gopalakrishnan" userId="913cfaaf8f122018" providerId="LiveId" clId="{3597769E-69FE-4516-975F-C1D2885A47DF}" dt="2025-11-16T16:39:57.043" v="1"/>
            <ac:spMkLst>
              <pc:docMk/>
              <pc:sldMasterMk cId="852457060" sldId="2147483672"/>
              <pc:sldLayoutMk cId="2259858730" sldId="2147483675"/>
              <ac:spMk id="2" creationId="{00000000-0000-0000-0000-000000000000}"/>
            </ac:spMkLst>
          </pc:spChg>
          <pc:spChg chg="mod">
            <ac:chgData name="Venkateshwaran Gopalakrishnan" userId="913cfaaf8f122018" providerId="LiveId" clId="{3597769E-69FE-4516-975F-C1D2885A47DF}" dt="2025-11-16T16:39:57.043" v="1"/>
            <ac:spMkLst>
              <pc:docMk/>
              <pc:sldMasterMk cId="852457060" sldId="2147483672"/>
              <pc:sldLayoutMk cId="2259858730" sldId="2147483675"/>
              <ac:spMk id="3" creationId="{00000000-0000-0000-0000-000000000000}"/>
            </ac:spMkLst>
          </pc:spChg>
        </pc:sldLayoutChg>
        <pc:sldLayoutChg chg="modSp">
          <pc:chgData name="Venkateshwaran Gopalakrishnan" userId="913cfaaf8f122018" providerId="LiveId" clId="{3597769E-69FE-4516-975F-C1D2885A47DF}" dt="2025-11-16T16:39:57.043" v="1"/>
          <pc:sldLayoutMkLst>
            <pc:docMk/>
            <pc:sldMasterMk cId="852457060" sldId="2147483672"/>
            <pc:sldLayoutMk cId="1052116634" sldId="2147483676"/>
          </pc:sldLayoutMkLst>
          <pc:spChg chg="mod">
            <ac:chgData name="Venkateshwaran Gopalakrishnan" userId="913cfaaf8f122018" providerId="LiveId" clId="{3597769E-69FE-4516-975F-C1D2885A47DF}" dt="2025-11-16T16:39:57.043" v="1"/>
            <ac:spMkLst>
              <pc:docMk/>
              <pc:sldMasterMk cId="852457060" sldId="2147483672"/>
              <pc:sldLayoutMk cId="1052116634" sldId="2147483676"/>
              <ac:spMk id="3" creationId="{00000000-0000-0000-0000-000000000000}"/>
            </ac:spMkLst>
          </pc:spChg>
          <pc:spChg chg="mod">
            <ac:chgData name="Venkateshwaran Gopalakrishnan" userId="913cfaaf8f122018" providerId="LiveId" clId="{3597769E-69FE-4516-975F-C1D2885A47DF}" dt="2025-11-16T16:39:57.043" v="1"/>
            <ac:spMkLst>
              <pc:docMk/>
              <pc:sldMasterMk cId="852457060" sldId="2147483672"/>
              <pc:sldLayoutMk cId="1052116634" sldId="2147483676"/>
              <ac:spMk id="4" creationId="{00000000-0000-0000-0000-000000000000}"/>
            </ac:spMkLst>
          </pc:spChg>
        </pc:sldLayoutChg>
        <pc:sldLayoutChg chg="modSp">
          <pc:chgData name="Venkateshwaran Gopalakrishnan" userId="913cfaaf8f122018" providerId="LiveId" clId="{3597769E-69FE-4516-975F-C1D2885A47DF}" dt="2025-11-16T16:39:57.043" v="1"/>
          <pc:sldLayoutMkLst>
            <pc:docMk/>
            <pc:sldMasterMk cId="852457060" sldId="2147483672"/>
            <pc:sldLayoutMk cId="3281932889" sldId="2147483677"/>
          </pc:sldLayoutMkLst>
          <pc:spChg chg="mod">
            <ac:chgData name="Venkateshwaran Gopalakrishnan" userId="913cfaaf8f122018" providerId="LiveId" clId="{3597769E-69FE-4516-975F-C1D2885A47DF}" dt="2025-11-16T16:39:57.043" v="1"/>
            <ac:spMkLst>
              <pc:docMk/>
              <pc:sldMasterMk cId="852457060" sldId="2147483672"/>
              <pc:sldLayoutMk cId="3281932889" sldId="2147483677"/>
              <ac:spMk id="2" creationId="{00000000-0000-0000-0000-000000000000}"/>
            </ac:spMkLst>
          </pc:spChg>
          <pc:spChg chg="mod">
            <ac:chgData name="Venkateshwaran Gopalakrishnan" userId="913cfaaf8f122018" providerId="LiveId" clId="{3597769E-69FE-4516-975F-C1D2885A47DF}" dt="2025-11-16T16:39:57.043" v="1"/>
            <ac:spMkLst>
              <pc:docMk/>
              <pc:sldMasterMk cId="852457060" sldId="2147483672"/>
              <pc:sldLayoutMk cId="3281932889" sldId="2147483677"/>
              <ac:spMk id="3" creationId="{00000000-0000-0000-0000-000000000000}"/>
            </ac:spMkLst>
          </pc:spChg>
          <pc:spChg chg="mod">
            <ac:chgData name="Venkateshwaran Gopalakrishnan" userId="913cfaaf8f122018" providerId="LiveId" clId="{3597769E-69FE-4516-975F-C1D2885A47DF}" dt="2025-11-16T16:39:57.043" v="1"/>
            <ac:spMkLst>
              <pc:docMk/>
              <pc:sldMasterMk cId="852457060" sldId="2147483672"/>
              <pc:sldLayoutMk cId="3281932889" sldId="2147483677"/>
              <ac:spMk id="4" creationId="{00000000-0000-0000-0000-000000000000}"/>
            </ac:spMkLst>
          </pc:spChg>
          <pc:spChg chg="mod">
            <ac:chgData name="Venkateshwaran Gopalakrishnan" userId="913cfaaf8f122018" providerId="LiveId" clId="{3597769E-69FE-4516-975F-C1D2885A47DF}" dt="2025-11-16T16:39:57.043" v="1"/>
            <ac:spMkLst>
              <pc:docMk/>
              <pc:sldMasterMk cId="852457060" sldId="2147483672"/>
              <pc:sldLayoutMk cId="3281932889" sldId="2147483677"/>
              <ac:spMk id="5" creationId="{00000000-0000-0000-0000-000000000000}"/>
            </ac:spMkLst>
          </pc:spChg>
          <pc:spChg chg="mod">
            <ac:chgData name="Venkateshwaran Gopalakrishnan" userId="913cfaaf8f122018" providerId="LiveId" clId="{3597769E-69FE-4516-975F-C1D2885A47DF}" dt="2025-11-16T16:39:57.043" v="1"/>
            <ac:spMkLst>
              <pc:docMk/>
              <pc:sldMasterMk cId="852457060" sldId="2147483672"/>
              <pc:sldLayoutMk cId="3281932889" sldId="2147483677"/>
              <ac:spMk id="6" creationId="{00000000-0000-0000-0000-000000000000}"/>
            </ac:spMkLst>
          </pc:spChg>
        </pc:sldLayoutChg>
        <pc:sldLayoutChg chg="modSp">
          <pc:chgData name="Venkateshwaran Gopalakrishnan" userId="913cfaaf8f122018" providerId="LiveId" clId="{3597769E-69FE-4516-975F-C1D2885A47DF}" dt="2025-11-16T16:39:57.043" v="1"/>
          <pc:sldLayoutMkLst>
            <pc:docMk/>
            <pc:sldMasterMk cId="852457060" sldId="2147483672"/>
            <pc:sldLayoutMk cId="4004285347" sldId="2147483680"/>
          </pc:sldLayoutMkLst>
          <pc:spChg chg="mod">
            <ac:chgData name="Venkateshwaran Gopalakrishnan" userId="913cfaaf8f122018" providerId="LiveId" clId="{3597769E-69FE-4516-975F-C1D2885A47DF}" dt="2025-11-16T16:39:57.043" v="1"/>
            <ac:spMkLst>
              <pc:docMk/>
              <pc:sldMasterMk cId="852457060" sldId="2147483672"/>
              <pc:sldLayoutMk cId="4004285347" sldId="2147483680"/>
              <ac:spMk id="2" creationId="{00000000-0000-0000-0000-000000000000}"/>
            </ac:spMkLst>
          </pc:spChg>
          <pc:spChg chg="mod">
            <ac:chgData name="Venkateshwaran Gopalakrishnan" userId="913cfaaf8f122018" providerId="LiveId" clId="{3597769E-69FE-4516-975F-C1D2885A47DF}" dt="2025-11-16T16:39:57.043" v="1"/>
            <ac:spMkLst>
              <pc:docMk/>
              <pc:sldMasterMk cId="852457060" sldId="2147483672"/>
              <pc:sldLayoutMk cId="4004285347" sldId="2147483680"/>
              <ac:spMk id="3" creationId="{00000000-0000-0000-0000-000000000000}"/>
            </ac:spMkLst>
          </pc:spChg>
          <pc:spChg chg="mod">
            <ac:chgData name="Venkateshwaran Gopalakrishnan" userId="913cfaaf8f122018" providerId="LiveId" clId="{3597769E-69FE-4516-975F-C1D2885A47DF}" dt="2025-11-16T16:39:57.043" v="1"/>
            <ac:spMkLst>
              <pc:docMk/>
              <pc:sldMasterMk cId="852457060" sldId="2147483672"/>
              <pc:sldLayoutMk cId="4004285347" sldId="2147483680"/>
              <ac:spMk id="4" creationId="{00000000-0000-0000-0000-000000000000}"/>
            </ac:spMkLst>
          </pc:spChg>
        </pc:sldLayoutChg>
        <pc:sldLayoutChg chg="modSp">
          <pc:chgData name="Venkateshwaran Gopalakrishnan" userId="913cfaaf8f122018" providerId="LiveId" clId="{3597769E-69FE-4516-975F-C1D2885A47DF}" dt="2025-11-16T16:39:57.043" v="1"/>
          <pc:sldLayoutMkLst>
            <pc:docMk/>
            <pc:sldMasterMk cId="852457060" sldId="2147483672"/>
            <pc:sldLayoutMk cId="3159848688" sldId="2147483681"/>
          </pc:sldLayoutMkLst>
          <pc:spChg chg="mod">
            <ac:chgData name="Venkateshwaran Gopalakrishnan" userId="913cfaaf8f122018" providerId="LiveId" clId="{3597769E-69FE-4516-975F-C1D2885A47DF}" dt="2025-11-16T16:39:57.043" v="1"/>
            <ac:spMkLst>
              <pc:docMk/>
              <pc:sldMasterMk cId="852457060" sldId="2147483672"/>
              <pc:sldLayoutMk cId="3159848688" sldId="2147483681"/>
              <ac:spMk id="2" creationId="{00000000-0000-0000-0000-000000000000}"/>
            </ac:spMkLst>
          </pc:spChg>
          <pc:spChg chg="mod">
            <ac:chgData name="Venkateshwaran Gopalakrishnan" userId="913cfaaf8f122018" providerId="LiveId" clId="{3597769E-69FE-4516-975F-C1D2885A47DF}" dt="2025-11-16T16:39:57.043" v="1"/>
            <ac:spMkLst>
              <pc:docMk/>
              <pc:sldMasterMk cId="852457060" sldId="2147483672"/>
              <pc:sldLayoutMk cId="3159848688" sldId="2147483681"/>
              <ac:spMk id="3" creationId="{00000000-0000-0000-0000-000000000000}"/>
            </ac:spMkLst>
          </pc:spChg>
          <pc:spChg chg="mod">
            <ac:chgData name="Venkateshwaran Gopalakrishnan" userId="913cfaaf8f122018" providerId="LiveId" clId="{3597769E-69FE-4516-975F-C1D2885A47DF}" dt="2025-11-16T16:39:57.043" v="1"/>
            <ac:spMkLst>
              <pc:docMk/>
              <pc:sldMasterMk cId="852457060" sldId="2147483672"/>
              <pc:sldLayoutMk cId="3159848688" sldId="2147483681"/>
              <ac:spMk id="4" creationId="{00000000-0000-0000-0000-000000000000}"/>
            </ac:spMkLst>
          </pc:spChg>
        </pc:sldLayoutChg>
        <pc:sldLayoutChg chg="modSp">
          <pc:chgData name="Venkateshwaran Gopalakrishnan" userId="913cfaaf8f122018" providerId="LiveId" clId="{3597769E-69FE-4516-975F-C1D2885A47DF}" dt="2025-11-16T16:39:57.043" v="1"/>
          <pc:sldLayoutMkLst>
            <pc:docMk/>
            <pc:sldMasterMk cId="852457060" sldId="2147483672"/>
            <pc:sldLayoutMk cId="1545765263" sldId="2147483683"/>
          </pc:sldLayoutMkLst>
          <pc:spChg chg="mod">
            <ac:chgData name="Venkateshwaran Gopalakrishnan" userId="913cfaaf8f122018" providerId="LiveId" clId="{3597769E-69FE-4516-975F-C1D2885A47DF}" dt="2025-11-16T16:39:57.043" v="1"/>
            <ac:spMkLst>
              <pc:docMk/>
              <pc:sldMasterMk cId="852457060" sldId="2147483672"/>
              <pc:sldLayoutMk cId="1545765263" sldId="2147483683"/>
              <ac:spMk id="2" creationId="{00000000-0000-0000-0000-000000000000}"/>
            </ac:spMkLst>
          </pc:spChg>
          <pc:spChg chg="mod">
            <ac:chgData name="Venkateshwaran Gopalakrishnan" userId="913cfaaf8f122018" providerId="LiveId" clId="{3597769E-69FE-4516-975F-C1D2885A47DF}" dt="2025-11-16T16:39:57.043" v="1"/>
            <ac:spMkLst>
              <pc:docMk/>
              <pc:sldMasterMk cId="852457060" sldId="2147483672"/>
              <pc:sldLayoutMk cId="1545765263" sldId="2147483683"/>
              <ac:spMk id="3" creationId="{00000000-0000-0000-0000-000000000000}"/>
            </ac:spMkLst>
          </pc:spChg>
        </pc:sldLayout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6AE0A3C-117A-4E46-9FB7-D0E88D81C40E}" type="datetimeFigureOut">
              <a:rPr lang="en-IN" smtClean="0"/>
              <a:t>16-11-2025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0445EE3-C468-4990-81E0-81531A8710F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6170408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29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145" algn="l" defTabSz="91429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290" algn="l" defTabSz="91429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435" algn="l" defTabSz="91429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581" algn="l" defTabSz="91429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5726" algn="l" defTabSz="91429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2871" algn="l" defTabSz="91429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016" algn="l" defTabSz="91429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161" algn="l" defTabSz="91429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445EE3-C468-4990-81E0-81531A8710FB}" type="slidenum">
              <a:rPr lang="en-IN" smtClean="0"/>
              <a:t>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5384475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032000" y="1496484"/>
            <a:ext cx="12192000" cy="3183467"/>
          </a:xfrm>
        </p:spPr>
        <p:txBody>
          <a:bodyPr anchor="b"/>
          <a:lstStyle>
            <a:lvl1pPr algn="ctr">
              <a:defRPr sz="8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032000" y="4802717"/>
            <a:ext cx="12192000" cy="2207683"/>
          </a:xfrm>
        </p:spPr>
        <p:txBody>
          <a:bodyPr/>
          <a:lstStyle>
            <a:lvl1pPr marL="0" indent="0" algn="ctr">
              <a:buNone/>
              <a:defRPr sz="3200"/>
            </a:lvl1pPr>
            <a:lvl2pPr marL="609585" indent="0" algn="ctr">
              <a:buNone/>
              <a:defRPr sz="2667"/>
            </a:lvl2pPr>
            <a:lvl3pPr marL="1219170" indent="0" algn="ctr">
              <a:buNone/>
              <a:defRPr sz="2400"/>
            </a:lvl3pPr>
            <a:lvl4pPr marL="1828754" indent="0" algn="ctr">
              <a:buNone/>
              <a:defRPr sz="2133"/>
            </a:lvl4pPr>
            <a:lvl5pPr marL="2438339" indent="0" algn="ctr">
              <a:buNone/>
              <a:defRPr sz="2133"/>
            </a:lvl5pPr>
            <a:lvl6pPr marL="3047924" indent="0" algn="ctr">
              <a:buNone/>
              <a:defRPr sz="2133"/>
            </a:lvl6pPr>
            <a:lvl7pPr marL="3657509" indent="0" algn="ctr">
              <a:buNone/>
              <a:defRPr sz="2133"/>
            </a:lvl7pPr>
            <a:lvl8pPr marL="4267093" indent="0" algn="ctr">
              <a:buNone/>
              <a:defRPr sz="2133"/>
            </a:lvl8pPr>
            <a:lvl9pPr marL="4876678" indent="0" algn="ctr">
              <a:buNone/>
              <a:defRPr sz="2133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BD4B42-6DC3-4C1B-9BDC-D008217D13B7}" type="datetimeFigureOut">
              <a:rPr lang="en-IN" smtClean="0"/>
              <a:t>16-11-2025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693F1A-0CE4-4B6F-B686-455DE59B0EF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767372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BD4B42-6DC3-4C1B-9BDC-D008217D13B7}" type="datetimeFigureOut">
              <a:rPr lang="en-IN" smtClean="0"/>
              <a:t>16-11-2025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693F1A-0CE4-4B6F-B686-455DE59B0EF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623722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09133" y="2279652"/>
            <a:ext cx="14020800" cy="3803649"/>
          </a:xfrm>
        </p:spPr>
        <p:txBody>
          <a:bodyPr anchor="b"/>
          <a:lstStyle>
            <a:lvl1pPr>
              <a:defRPr sz="8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9133" y="6119285"/>
            <a:ext cx="14020800" cy="2000249"/>
          </a:xfrm>
        </p:spPr>
        <p:txBody>
          <a:bodyPr/>
          <a:lstStyle>
            <a:lvl1pPr marL="0" indent="0">
              <a:buNone/>
              <a:defRPr sz="3200">
                <a:solidFill>
                  <a:schemeClr val="tx1">
                    <a:tint val="75000"/>
                  </a:schemeClr>
                </a:solidFill>
              </a:defRPr>
            </a:lvl1pPr>
            <a:lvl2pPr marL="609585" indent="0">
              <a:buNone/>
              <a:defRPr sz="2667">
                <a:solidFill>
                  <a:schemeClr val="tx1">
                    <a:tint val="75000"/>
                  </a:schemeClr>
                </a:solidFill>
              </a:defRPr>
            </a:lvl2pPr>
            <a:lvl3pPr marL="121917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3pPr>
            <a:lvl4pPr marL="1828754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4pPr>
            <a:lvl5pPr marL="2438339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5pPr>
            <a:lvl6pPr marL="3047924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6pPr>
            <a:lvl7pPr marL="3657509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7pPr>
            <a:lvl8pPr marL="4267093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8pPr>
            <a:lvl9pPr marL="4876678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BD4B42-6DC3-4C1B-9BDC-D008217D13B7}" type="datetimeFigureOut">
              <a:rPr lang="en-IN" smtClean="0"/>
              <a:t>16-11-2025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693F1A-0CE4-4B6F-B686-455DE59B0EF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467024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17600" y="2434167"/>
            <a:ext cx="6908800" cy="580178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229600" y="2434167"/>
            <a:ext cx="6908800" cy="580178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BD4B42-6DC3-4C1B-9BDC-D008217D13B7}" type="datetimeFigureOut">
              <a:rPr lang="en-IN" smtClean="0"/>
              <a:t>16-11-2025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693F1A-0CE4-4B6F-B686-455DE59B0EF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505041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9717" y="486834"/>
            <a:ext cx="14020800" cy="176741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19718" y="2241551"/>
            <a:ext cx="6877049" cy="1098549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19718" y="3340100"/>
            <a:ext cx="6877049" cy="491278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8229600" y="2241551"/>
            <a:ext cx="6910917" cy="1098549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8229600" y="3340100"/>
            <a:ext cx="6910917" cy="491278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BD4B42-6DC3-4C1B-9BDC-D008217D13B7}" type="datetimeFigureOut">
              <a:rPr lang="en-IN" smtClean="0"/>
              <a:t>16-11-2025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693F1A-0CE4-4B6F-B686-455DE59B0EF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285101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BD4B42-6DC3-4C1B-9BDC-D008217D13B7}" type="datetimeFigureOut">
              <a:rPr lang="en-IN" smtClean="0"/>
              <a:t>16-11-2025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693F1A-0CE4-4B6F-B686-455DE59B0EF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4004626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BD4B42-6DC3-4C1B-9BDC-D008217D13B7}" type="datetimeFigureOut">
              <a:rPr lang="en-IN" smtClean="0"/>
              <a:t>16-11-2025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693F1A-0CE4-4B6F-B686-455DE59B0EF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313535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9718" y="609600"/>
            <a:ext cx="5242983" cy="2133600"/>
          </a:xfrm>
        </p:spPr>
        <p:txBody>
          <a:bodyPr anchor="b"/>
          <a:lstStyle>
            <a:lvl1pPr>
              <a:defRPr sz="4267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910917" y="1316567"/>
            <a:ext cx="8229600" cy="6498167"/>
          </a:xfrm>
        </p:spPr>
        <p:txBody>
          <a:bodyPr/>
          <a:lstStyle>
            <a:lvl1pPr>
              <a:defRPr sz="4267"/>
            </a:lvl1pPr>
            <a:lvl2pPr>
              <a:defRPr sz="3733"/>
            </a:lvl2pPr>
            <a:lvl3pPr>
              <a:defRPr sz="3200"/>
            </a:lvl3pPr>
            <a:lvl4pPr>
              <a:defRPr sz="2667"/>
            </a:lvl4pPr>
            <a:lvl5pPr>
              <a:defRPr sz="2667"/>
            </a:lvl5pPr>
            <a:lvl6pPr>
              <a:defRPr sz="2667"/>
            </a:lvl6pPr>
            <a:lvl7pPr>
              <a:defRPr sz="2667"/>
            </a:lvl7pPr>
            <a:lvl8pPr>
              <a:defRPr sz="2667"/>
            </a:lvl8pPr>
            <a:lvl9pPr>
              <a:defRPr sz="2667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9718" y="2743200"/>
            <a:ext cx="5242983" cy="5082117"/>
          </a:xfrm>
        </p:spPr>
        <p:txBody>
          <a:bodyPr/>
          <a:lstStyle>
            <a:lvl1pPr marL="0" indent="0">
              <a:buNone/>
              <a:defRPr sz="2133"/>
            </a:lvl1pPr>
            <a:lvl2pPr marL="609585" indent="0">
              <a:buNone/>
              <a:defRPr sz="1867"/>
            </a:lvl2pPr>
            <a:lvl3pPr marL="1219170" indent="0">
              <a:buNone/>
              <a:defRPr sz="1600"/>
            </a:lvl3pPr>
            <a:lvl4pPr marL="1828754" indent="0">
              <a:buNone/>
              <a:defRPr sz="1333"/>
            </a:lvl4pPr>
            <a:lvl5pPr marL="2438339" indent="0">
              <a:buNone/>
              <a:defRPr sz="1333"/>
            </a:lvl5pPr>
            <a:lvl6pPr marL="3047924" indent="0">
              <a:buNone/>
              <a:defRPr sz="1333"/>
            </a:lvl6pPr>
            <a:lvl7pPr marL="3657509" indent="0">
              <a:buNone/>
              <a:defRPr sz="1333"/>
            </a:lvl7pPr>
            <a:lvl8pPr marL="4267093" indent="0">
              <a:buNone/>
              <a:defRPr sz="1333"/>
            </a:lvl8pPr>
            <a:lvl9pPr marL="4876678" indent="0">
              <a:buNone/>
              <a:defRPr sz="1333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BD4B42-6DC3-4C1B-9BDC-D008217D13B7}" type="datetimeFigureOut">
              <a:rPr lang="en-IN" smtClean="0"/>
              <a:t>16-11-2025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693F1A-0CE4-4B6F-B686-455DE59B0EF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2313729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9718" y="609600"/>
            <a:ext cx="5242983" cy="2133600"/>
          </a:xfrm>
        </p:spPr>
        <p:txBody>
          <a:bodyPr anchor="b"/>
          <a:lstStyle>
            <a:lvl1pPr>
              <a:defRPr sz="4267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10917" y="1316567"/>
            <a:ext cx="8229600" cy="6498167"/>
          </a:xfrm>
        </p:spPr>
        <p:txBody>
          <a:bodyPr anchor="t"/>
          <a:lstStyle>
            <a:lvl1pPr marL="0" indent="0">
              <a:buNone/>
              <a:defRPr sz="4267"/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9718" y="2743200"/>
            <a:ext cx="5242983" cy="5082117"/>
          </a:xfrm>
        </p:spPr>
        <p:txBody>
          <a:bodyPr/>
          <a:lstStyle>
            <a:lvl1pPr marL="0" indent="0">
              <a:buNone/>
              <a:defRPr sz="2133"/>
            </a:lvl1pPr>
            <a:lvl2pPr marL="609585" indent="0">
              <a:buNone/>
              <a:defRPr sz="1867"/>
            </a:lvl2pPr>
            <a:lvl3pPr marL="1219170" indent="0">
              <a:buNone/>
              <a:defRPr sz="1600"/>
            </a:lvl3pPr>
            <a:lvl4pPr marL="1828754" indent="0">
              <a:buNone/>
              <a:defRPr sz="1333"/>
            </a:lvl4pPr>
            <a:lvl5pPr marL="2438339" indent="0">
              <a:buNone/>
              <a:defRPr sz="1333"/>
            </a:lvl5pPr>
            <a:lvl6pPr marL="3047924" indent="0">
              <a:buNone/>
              <a:defRPr sz="1333"/>
            </a:lvl6pPr>
            <a:lvl7pPr marL="3657509" indent="0">
              <a:buNone/>
              <a:defRPr sz="1333"/>
            </a:lvl7pPr>
            <a:lvl8pPr marL="4267093" indent="0">
              <a:buNone/>
              <a:defRPr sz="1333"/>
            </a:lvl8pPr>
            <a:lvl9pPr marL="4876678" indent="0">
              <a:buNone/>
              <a:defRPr sz="1333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BD4B42-6DC3-4C1B-9BDC-D008217D13B7}" type="datetimeFigureOut">
              <a:rPr lang="en-IN" smtClean="0"/>
              <a:t>16-11-2025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693F1A-0CE4-4B6F-B686-455DE59B0EF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0254283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BD4B42-6DC3-4C1B-9BDC-D008217D13B7}" type="datetimeFigureOut">
              <a:rPr lang="en-IN" smtClean="0"/>
              <a:t>16-11-2025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693F1A-0CE4-4B6F-B686-455DE59B0EF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854409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1633200" y="486834"/>
            <a:ext cx="3505200" cy="7749117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17600" y="486834"/>
            <a:ext cx="10312400" cy="774911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BD4B42-6DC3-4C1B-9BDC-D008217D13B7}" type="datetimeFigureOut">
              <a:rPr lang="en-IN" smtClean="0"/>
              <a:t>16-11-2025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693F1A-0CE4-4B6F-B686-455DE59B0EF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296689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17600" y="486834"/>
            <a:ext cx="14020800" cy="176741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17600" y="2434167"/>
            <a:ext cx="14020800" cy="580178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117600" y="8475134"/>
            <a:ext cx="36576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9BD4B42-6DC3-4C1B-9BDC-D008217D13B7}" type="datetimeFigureOut">
              <a:rPr lang="en-IN" smtClean="0"/>
              <a:t>16-11-2025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384800" y="8475134"/>
            <a:ext cx="54864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480800" y="8475134"/>
            <a:ext cx="36576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B693F1A-0CE4-4B6F-B686-455DE59B0EF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234112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1219170" rtl="0" eaLnBrk="1" latinLnBrk="0" hangingPunct="1">
        <a:lnSpc>
          <a:spcPct val="90000"/>
        </a:lnSpc>
        <a:spcBef>
          <a:spcPct val="0"/>
        </a:spcBef>
        <a:buNone/>
        <a:defRPr sz="586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04792" indent="-304792" algn="l" defTabSz="1219170" rtl="0" eaLnBrk="1" latinLnBrk="0" hangingPunct="1">
        <a:lnSpc>
          <a:spcPct val="90000"/>
        </a:lnSpc>
        <a:spcBef>
          <a:spcPts val="1333"/>
        </a:spcBef>
        <a:buFont typeface="Arial" panose="020B0604020202020204" pitchFamily="34" charset="0"/>
        <a:buChar char="•"/>
        <a:defRPr sz="3733" kern="1200">
          <a:solidFill>
            <a:schemeClr val="tx1"/>
          </a:solidFill>
          <a:latin typeface="+mn-lt"/>
          <a:ea typeface="+mn-ea"/>
          <a:cs typeface="+mn-cs"/>
        </a:defRPr>
      </a:lvl1pPr>
      <a:lvl2pPr marL="914377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2pPr>
      <a:lvl3pPr marL="1523962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3pPr>
      <a:lvl4pPr marL="2133547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743131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352716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823DD26E-7218-9E6F-FD79-9FCB03C02E6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3969" y="673768"/>
            <a:ext cx="5611189" cy="3096126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1DC51E54-C971-6877-1512-28B6E0F16DC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941177" y="641682"/>
            <a:ext cx="3940508" cy="3096127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2CE61472-851F-178A-8B78-043B3C5B7855}"/>
              </a:ext>
            </a:extLst>
          </p:cNvPr>
          <p:cNvSpPr/>
          <p:nvPr/>
        </p:nvSpPr>
        <p:spPr>
          <a:xfrm>
            <a:off x="64168" y="320842"/>
            <a:ext cx="16092031" cy="8694821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16A5550E-8EDD-E019-0C48-6CF2E7698CA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74958" y="641682"/>
            <a:ext cx="5950423" cy="3128212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37858D75-F582-61D7-0F5B-09DFCE5D55F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63969" y="3946358"/>
            <a:ext cx="5611189" cy="28554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383619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44</TotalTime>
  <Words>1</Words>
  <Application>Microsoft Office PowerPoint</Application>
  <PresentationFormat>Custom</PresentationFormat>
  <Paragraphs>1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Venkateshwaran Gopalakrishnan</dc:creator>
  <cp:lastModifiedBy>Venkateshwaran Gopalakrishnan</cp:lastModifiedBy>
  <cp:revision>1</cp:revision>
  <dcterms:created xsi:type="dcterms:W3CDTF">2025-11-16T16:36:51Z</dcterms:created>
  <dcterms:modified xsi:type="dcterms:W3CDTF">2025-11-16T17:21:33Z</dcterms:modified>
</cp:coreProperties>
</file>